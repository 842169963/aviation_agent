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64008" cy="3474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Extraction &amp; Validation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291840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4A9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|  Private Pilot Advisory 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2062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manuals are written in natural language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cannot directly reason over unstructured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scattered across hundreds of pages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 must be retrieved instantly &amp; correctly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4206240" cy="41148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6916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static manuals into structured knowledge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validated, queryable knowledge graph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grounded, hallucination-resistant AI advisory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pilots with reliable step-by-step guidance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Three-Tool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plays a distinct, non-overlapping role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200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target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35808" y="3017520"/>
            <a:ext cx="2286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2880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32004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OntoGPT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extraction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aviation 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0448" y="3017520"/>
            <a:ext cx="2286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2880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560320" cy="3200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55448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constraint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&amp; QA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Text  →  Structured Schema  →  Extracted Knowledge  →  Validated Graph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 — Define the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Blueprint before extraction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LinkML?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819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definition language for structured data. It specifies classes, fields, data types, and relationships — the blueprint for how knowledge should look.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819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 defines the target structure BEFORE extraction happens. OntoGPT uses this schema to know what to look for and how to organize its output.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constructs defined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50215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(e.g. Procedure, ChecklistStep), required/optional fields, value types, cardinality constraints, and inter-class relationships.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50215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schema, extracted knowledge is unorganized and inconsistent. LinkML ensures all extracted data follows a consistent, reusable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OntoGPT — Extract Knowledge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From unstructured text to structured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OntoGPT?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819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LLM-based extraction tool that reads unstructured text and produces structured output aligned with a given schema (e.g. LinkML schema).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819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aviation manuals, handbooks, and checklists as input. Outputs structured knowledge instances that populate the knowledge graph.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extracts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50215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procedures, component states, failure conditions, pilot actions, warnings, and step-by-step checklists — all mapped to ontology classes.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50215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knowledge structuring at scale is infeasible. OntoGPT automates extraction while remaining grounded in the actual source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— Validate the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Quality control before advisory use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05256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SHACL?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819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Constraint Language — a W3C standard for validating RDF knowledge graphs against a set of rules and constraints.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8191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OntoGPT populates the knowledge graph, SHACL checks every entry against defined constraints before any AI advisory query is made.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constraints checked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50215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Procedure must have a name and ≥1 step. Each ChecklistStep must have an order number. Required fields cannot be empty. Relation types must be valid.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aviation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50215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is safety-critical. Incorrect or incomplete knowledge entries could produce wrong advice. SHACL acts as a guardrail, not an afterthought.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14600" cy="1920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14600" cy="192024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OntoGPT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14600" cy="192024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1325880"/>
          </a:xfrm>
          <a:prstGeom prst="rect">
            <a:avLst/>
          </a:prstGeom>
          <a:solidFill>
            <a:srgbClr val="243A6E"/>
          </a:solidFill>
          <a:ln w="12700">
            <a:solidFill>
              <a:srgbClr val="4A9C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37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aviation manuals are transformed into a validated, structured knowledge graph through three complementary tools — each with a clear, non-overlapping role — enabling grounded, reliable AI advisory support for private pilots.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Aviation Agentic AI</dc:title>
  <dc:subject>PptxGenJS Presentation</dc:subject>
  <dc:creator>PptxGenJS</dc:creator>
  <cp:lastModifiedBy>PptxGenJS</cp:lastModifiedBy>
  <cp:revision>1</cp:revision>
  <dcterms:created xsi:type="dcterms:W3CDTF">2026-04-14T09:40:57Z</dcterms:created>
  <dcterms:modified xsi:type="dcterms:W3CDTF">2026-04-14T09:40:57Z</dcterms:modified>
</cp:coreProperties>
</file>